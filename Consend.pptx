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sharing documents means losing control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hand over IDs, medical and academic records with no way to limit use, track access or take them back.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purpose limits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shared as copies, so the stated purpose is not enforced after delivery.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46888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65176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5204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cannot prove who viewed, printed or downloaded a record, or when.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revocation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5204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file is sent it stays with the requester indefinitely, long after the need ends.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46888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65176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and misuse risk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5204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Unprotected copies can be forwarded, screenshotted or stored without any traceability.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consent-controlled, time-limited access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Consend lets a requester ask for a document and the owner grant, limit and revoke access, with every step recorded on the MST Blockchain.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7627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148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consent notice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sees purpose, requester identity, TTL and permissions before agreeing.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7627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2148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commitments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terms and the document hash are anchored on-chain; the file never 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7627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2148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viewer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view with dynamic watermark and live countdown.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9359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3566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Permission-gated actions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Print and Download only if allowed, each logged via recordAccess.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4290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59359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867912" y="3566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revocation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revokes at any time, or access expires; the viewer locks immediately.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4290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59359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56832" y="3566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 delivery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QR code or direct link per request, or send to a wallet address.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 ·  Consend Frontend &amp; API  ·  MST Blockchain  ·  Document Owner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request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299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title, purpose, TTL and allowed actions. Terms are recorded on-chain and a QR code and link are issued.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3619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notice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0299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QR or opens it from the dashboard and sees purpose, requester, TTL and permissions.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3619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56832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0299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vault document and signs. Its commitment hash is anchored on-chain via grantConsent.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31927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document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3502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13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verified and the view logged. Decrypted viewer shows a watermark and countdown.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31546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331927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2900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867912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/ Download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867912" y="3502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3813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checked and recorded on-chain, then sandboxed print or file download runs.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31546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16263D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3319272"/>
            <a:ext cx="329184" cy="3291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656832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expire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656832" y="3502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0" y="38130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clicks Revoke, revokeConsent() runs, and the viewer closes and locks the payload.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Consend</dc:title>
  <dc:subject>PptxGenJS Presentation</dc:subject>
  <dc:creator>PptxGenJS</dc:creator>
  <cp:lastModifiedBy>PptxGenJS</cp:lastModifiedBy>
  <cp:revision>1</cp:revision>
  <dcterms:created xsi:type="dcterms:W3CDTF">2026-11-01T07:46:06Z</dcterms:created>
  <dcterms:modified xsi:type="dcterms:W3CDTF">2026-11-01T07:46:06Z</dcterms:modified>
</cp:coreProperties>
</file>